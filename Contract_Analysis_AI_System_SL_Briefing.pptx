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515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 ANALYSIS</a:t>
            </a:r>
            <a:endParaRPr lang="en-US" sz="3800" dirty="0"/>
          </a:p>
          <a:p>
            <a:pPr indent="0" marL="0">
              <a:buNone/>
            </a:pPr>
            <a:r>
              <a:rPr lang="en-US" sz="38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SYSTEM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for Legal Team  |  Senior Leadership Briefing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3246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AI for clause review, playbook comparison, and risk scoring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Lawyers retain accountability  ·  Full audit trail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4160520"/>
            <a:ext cx="2011680" cy="36576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960120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3327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005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280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contract review is slow, inconsistent, and hard to scale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737360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8105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17830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057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Agentforce-powered analysis grounded in playbooks and taxonomy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514600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58775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2560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8346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→ extraction → comparison → findings → lawyer review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291840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3649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3375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to Leadership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611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consistency, auditability, and risk visibility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4069080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1422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41148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Status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4389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 High path live; next steps and ask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review today does not scale with volume or complexity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73152" cy="1508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Time-intensive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Lawyers spend hours on clause-by-clause review of base contracts, mods, and subcontracts.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71600"/>
            <a:ext cx="73152" cy="1508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Inconsistent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1965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positions and preferred language are not applied the same way every 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0632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063240"/>
            <a:ext cx="73152" cy="1508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 to audit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show which clauses were checked, why a risk was flagged, and who accepted 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63240"/>
            <a:ext cx="73152" cy="1508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 variety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3657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agencies and vehicles use different formats; mods and subcontract mods add complexity.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assistive Agentforce system that analyzes contracts against our playbook and taxonomy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Intake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645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 uploads PDF or DOCX on a dedicated intake page. No chat file-upload required.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514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 first, with prompt-template fallback. Handles non-standard and mod formats.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063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compares clauses to playbook positions, scores risk, and flags deviations.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4251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Dual-pane workspace: open document + AI findings. Lawyer accepts or overrides with notes.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(HIGH LEVEL)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63040"/>
            <a:ext cx="1600200" cy="2194560"/>
          </a:xfrm>
          <a:prstGeom prst="roundRect">
            <a:avLst>
              <a:gd name="adj" fmla="val 3429"/>
            </a:avLst>
          </a:prstGeom>
          <a:solidFill>
            <a:srgbClr val="1B3A5C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00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· Draft record · File link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03120" y="1463040"/>
            <a:ext cx="1600200" cy="21945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03120" y="1600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21945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 primary · Prompt template fallback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0480" y="1463040"/>
            <a:ext cx="1600200" cy="2194560"/>
          </a:xfrm>
          <a:prstGeom prst="roundRect">
            <a:avLst>
              <a:gd name="adj" fmla="val 3429"/>
            </a:avLst>
          </a:prstGeom>
          <a:solidFill>
            <a:srgbClr val="1B3A5C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1600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21945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Context · Playbook · Clause taxonomy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77840" y="1463040"/>
            <a:ext cx="1600200" cy="21945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1600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21945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agent · Risk scoring · Findings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0" y="1463040"/>
            <a:ext cx="1600200" cy="2194560"/>
          </a:xfrm>
          <a:prstGeom prst="roundRect">
            <a:avLst>
              <a:gd name="adj" fmla="val 3429"/>
            </a:avLst>
          </a:prstGeom>
          <a:solidFill>
            <a:srgbClr val="1B3A5C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0" y="1600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UI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06640" y="21945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· Accept / Override · Audit log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Lawyers retain accountability. The system is assistive and fully auditable.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CAPABILITIES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051560"/>
            <a:ext cx="40690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51560"/>
            <a:ext cx="64008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161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Clause detection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and classifies clauses against the taxonomy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0690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64008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4910328" y="1161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Playbook comparison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0328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deviations from preferred positions and language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240280"/>
            <a:ext cx="40690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240280"/>
            <a:ext cx="64008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2350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scoring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risk level and overall score for prioritization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240280"/>
            <a:ext cx="40690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240280"/>
            <a:ext cx="64008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4910328" y="2350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Cross-clause reasoning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0328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Considers how clauses interact (e.g., indemnity vs. liability cap)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3429000"/>
            <a:ext cx="40690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429000"/>
            <a:ext cx="64008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" y="3538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Non-standard formats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" y="3886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base contracts, mods, subcontract mods, and agency variants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429000"/>
            <a:ext cx="40690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429000"/>
            <a:ext cx="64008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Text 25"/>
          <p:cNvSpPr/>
          <p:nvPr/>
        </p:nvSpPr>
        <p:spPr>
          <a:xfrm>
            <a:off x="4910328" y="3538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override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10328" y="3886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 accepts or overrides with free-text note; full audit trail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LAWYER WORKFLOW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63040"/>
            <a:ext cx="1600200" cy="201168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645920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Intake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Intake app page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1463040"/>
            <a:ext cx="1600200" cy="201168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645920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94560" y="2377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DOCX + type / agency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1463040"/>
            <a:ext cx="1600200" cy="201168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1645920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31920" y="2377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dialog while Agentforce runs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1463040"/>
            <a:ext cx="1600200" cy="201168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645920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69280" y="2377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Workspace: document + findings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1463040"/>
            <a:ext cx="1600200" cy="201168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18120" y="1645920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781812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06640" y="2377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06640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Override with note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Salesforce Gov High (no Agent Script / chat file upload required).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TO LEADERSHIP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27432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17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analysis in minutes instead of hours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7432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417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83280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playbook and taxonomy applied every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7432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417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63640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 and findings available for prioritization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27432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108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Auditable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3611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trail of retrievals, model calls, and human decisions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2880360"/>
            <a:ext cx="27432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0" y="3108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83280" y="3611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volume without proportional headcount growth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880360"/>
            <a:ext cx="27432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3108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Lawyers remain accountable; system is assistive only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STATUS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8321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48463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84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+ draft-record pattern for Gov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Agentforce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84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Builder; headless invocation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AI + fallback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9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extraction with prompt-template fallback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Workspace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84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Dual-pane; Accept / Override; wait dialog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Playbook &amp; taxonomy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84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Intelligent Context / Data 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persistence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84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Parsed from agent response into 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Script files retained for when Gov High enables them. Current path does not require them.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 &amp; ASK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005840"/>
            <a:ext cx="8321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51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Document AI wiring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schema and primary extraction path for production use.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8321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828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 playbook coverage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remaining preferred positions and agency-specific variants.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560320"/>
            <a:ext cx="8321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606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with legal team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880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controlled set of real contracts and capture feedback.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337560"/>
            <a:ext cx="8321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383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review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657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audit, retention, and accountability model with counsel.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Analysis AI System  ·  Agentforce for Legal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 ·  Auditable  ·  Lawyer-accountable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 Analysis AI System – Senior Leadership Briefing</dc:title>
  <dc:subject>Agentforce-powered contract review for the legal team</dc:subject>
  <dc:creator>Contract Analysis Team</dc:creator>
  <cp:lastModifiedBy>Contract Analysis Team</cp:lastModifiedBy>
  <cp:revision>1</cp:revision>
  <dcterms:created xsi:type="dcterms:W3CDTF">2026-10-29T17:06:42Z</dcterms:created>
  <dcterms:modified xsi:type="dcterms:W3CDTF">2026-10-29T17:06:42Z</dcterms:modified>
</cp:coreProperties>
</file>